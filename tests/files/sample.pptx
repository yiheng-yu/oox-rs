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</p:sldIdLst>
  <p:sldSz cx="9144000" cy="6858000" type="screen4x3"/>
  <p:notesSz cx="6858000" cy="9144000"/>
  <p:custDataLst>
    <p:tags r:id="rId5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573" autoAdjust="0"/>
    <p:restoredTop sz="86420" autoAdjust="0"/>
  </p:normalViewPr>
  <p:slideViewPr>
    <p:cSldViewPr>
      <p:cViewPr varScale="1">
        <p:scale>
          <a:sx n="54" d="100"/>
          <a:sy n="54" d="100"/>
        </p:scale>
        <p:origin x="936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4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52400" y="5194300"/>
            <a:ext cx="7467600" cy="914400"/>
          </a:xfrm>
        </p:spPr>
        <p:txBody>
          <a:bodyPr anchor="b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6864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52400" y="6032500"/>
            <a:ext cx="6400800" cy="749300"/>
          </a:xfrm>
        </p:spPr>
        <p:txBody>
          <a:bodyPr/>
          <a:lstStyle>
            <a:lvl1pPr marL="0" indent="0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quarter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spcBef>
                <a:spcPct val="0"/>
              </a:spcBef>
              <a:defRPr smtClean="0">
                <a:latin typeface="Times New Roman" pitchFamily="18" charset="0"/>
              </a:defRPr>
            </a:lvl1pPr>
          </a:lstStyle>
          <a:p>
            <a:fld id="{F73F0BFC-2C88-4AAF-B42F-33B416312C7A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spcBef>
                <a:spcPct val="0"/>
              </a:spcBef>
              <a:defRPr smtClean="0">
                <a:latin typeface="Times New Roman" pitchFamily="18" charset="0"/>
              </a:defRPr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spcBef>
                <a:spcPct val="0"/>
              </a:spcBef>
              <a:defRPr smtClean="0">
                <a:latin typeface="Times New Roman" pitchFamily="18" charset="0"/>
              </a:defRPr>
            </a:lvl1pPr>
          </a:lstStyle>
          <a:p>
            <a:fld id="{E6FB1B62-A5F7-43C1-BF55-5D6EB0E052F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73F0BFC-2C88-4AAF-B42F-33B416312C7A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6FB1B62-A5F7-43C1-BF55-5D6EB0E052F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73F0BFC-2C88-4AAF-B42F-33B416312C7A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6FB1B62-A5F7-43C1-BF55-5D6EB0E052F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38862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4400" y="1447800"/>
            <a:ext cx="38862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73F0BFC-2C88-4AAF-B42F-33B416312C7A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6FB1B62-A5F7-43C1-BF55-5D6EB0E052F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73F0BFC-2C88-4AAF-B42F-33B416312C7A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6FB1B62-A5F7-43C1-BF55-5D6EB0E052F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73F0BFC-2C88-4AAF-B42F-33B416312C7A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6FB1B62-A5F7-43C1-BF55-5D6EB0E052F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73F0BFC-2C88-4AAF-B42F-33B416312C7A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6FB1B62-A5F7-43C1-BF55-5D6EB0E052F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73F0BFC-2C88-4AAF-B42F-33B416312C7A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6FB1B62-A5F7-43C1-BF55-5D6EB0E052F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73F0BFC-2C88-4AAF-B42F-33B416312C7A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6FB1B62-A5F7-43C1-BF55-5D6EB0E052F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73F0BFC-2C88-4AAF-B42F-33B416312C7A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6FB1B62-A5F7-43C1-BF55-5D6EB0E052F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52400"/>
            <a:ext cx="1981200" cy="5867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152400"/>
            <a:ext cx="57912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73F0BFC-2C88-4AAF-B42F-33B416312C7A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6FB1B62-A5F7-43C1-BF55-5D6EB0E052F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61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152400"/>
            <a:ext cx="7924800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title style</a:t>
            </a:r>
          </a:p>
        </p:txBody>
      </p:sp>
      <p:sp>
        <p:nvSpPr>
          <p:cNvPr id="36761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447800"/>
            <a:ext cx="7924800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762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172200"/>
            <a:ext cx="1549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50000"/>
              </a:spcBef>
              <a:defRPr sz="1400" smtClean="0">
                <a:latin typeface="+mn-lt"/>
              </a:defRPr>
            </a:lvl1pPr>
          </a:lstStyle>
          <a:p>
            <a:fld id="{F73F0BFC-2C88-4AAF-B42F-33B416312C7A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36762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438400" y="6172200"/>
            <a:ext cx="4089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50000"/>
              </a:spcBef>
              <a:defRPr sz="1400" smtClean="0"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36762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05600" y="61722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50000"/>
              </a:spcBef>
              <a:defRPr sz="1400" smtClean="0">
                <a:latin typeface="+mn-lt"/>
              </a:defRPr>
            </a:lvl1pPr>
          </a:lstStyle>
          <a:p>
            <a:fld id="{E6FB1B62-A5F7-43C1-BF55-5D6EB0E052F4}" type="slidenum">
              <a:rPr lang="en-US" smtClean="0"/>
              <a:t>‹#›</a:t>
            </a:fld>
            <a:endParaRPr lang="en-US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n"/>
        <a:defRPr kumimoji="1"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n"/>
        <a:defRPr kumimoji="1"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n"/>
        <a:defRPr kumimoji="1"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3pPr>
      <a:lvl4pPr marL="15621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n"/>
        <a:defRPr kumimoji="1"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4pPr>
      <a:lvl5pPr marL="19812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n"/>
        <a:defRPr kumimoji="1"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5pPr>
      <a:lvl6pPr marL="24384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n"/>
        <a:defRPr kumimoji="1"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6pPr>
      <a:lvl7pPr marL="28956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n"/>
        <a:defRPr kumimoji="1"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7pPr>
      <a:lvl8pPr marL="33528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n"/>
        <a:defRPr kumimoji="1"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8pPr>
      <a:lvl9pPr marL="38100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n"/>
        <a:defRPr kumimoji="1"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Sample PowerPoint File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St.</a:t>
            </a:r>
            <a:r>
              <a:rPr lang="en-US" baseline="0" dirty="0"/>
              <a:t> Cloud Technical College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is a</a:t>
            </a:r>
            <a:r>
              <a:rPr lang="en-US" baseline="0" dirty="0"/>
              <a:t> Sample Slide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Here is</a:t>
            </a:r>
            <a:r>
              <a:rPr lang="en-US" baseline="0" dirty="0"/>
              <a:t> an outline of bulleted points</a:t>
            </a:r>
          </a:p>
          <a:p>
            <a:r>
              <a:rPr lang="en-US" baseline="0" dirty="0"/>
              <a:t>You can print out PPT files as handouts using </a:t>
            </a:r>
            <a:r>
              <a:rPr lang="en-US" baseline="0"/>
              <a:t>the </a:t>
            </a:r>
            <a:br>
              <a:rPr lang="en-US" baseline="0"/>
            </a:br>
            <a:r>
              <a:rPr lang="en-US" baseline="0"/>
              <a:t>PRINT &gt; </a:t>
            </a:r>
            <a:br>
              <a:rPr lang="en-US" baseline="0"/>
            </a:br>
            <a:r>
              <a:rPr lang="en-US" baseline="0"/>
              <a:t>  PRINT </a:t>
            </a:r>
            <a:r>
              <a:rPr lang="en-US" baseline="0" dirty="0"/>
              <a:t>WHAT &gt; HANDOUTS</a:t>
            </a:r>
            <a:r>
              <a:rPr lang="en-US" dirty="0"/>
              <a:t> option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8DDCB3-7488-EE8E-082E-9C8B21138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53AE79-B718-FA8E-544A-15D2B7A81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is a</a:t>
            </a:r>
            <a:r>
              <a:rPr lang="en-US" baseline="0" dirty="0"/>
              <a:t> Sample Slide with Animation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96E42A-BD33-0F90-5BF5-7521EC6486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447800"/>
            <a:ext cx="7924800" cy="685800"/>
          </a:xfrm>
        </p:spPr>
        <p:txBody>
          <a:bodyPr/>
          <a:lstStyle/>
          <a:p>
            <a:r>
              <a:rPr lang="en-US" dirty="0"/>
              <a:t>Here is</a:t>
            </a:r>
            <a:r>
              <a:rPr lang="en-US" baseline="0" dirty="0"/>
              <a:t> animation:</a:t>
            </a:r>
            <a:r>
              <a:rPr lang="en-US" dirty="0"/>
              <a:t> appear</a:t>
            </a:r>
            <a:endParaRPr lang="en-US" baseline="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1E836B6-8B0F-62D9-59B4-95012804B509}"/>
              </a:ext>
            </a:extLst>
          </p:cNvPr>
          <p:cNvSpPr txBox="1">
            <a:spLocks/>
          </p:cNvSpPr>
          <p:nvPr/>
        </p:nvSpPr>
        <p:spPr bwMode="auto">
          <a:xfrm>
            <a:off x="672353" y="2362200"/>
            <a:ext cx="79248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3pPr>
            <a:lvl4pPr marL="15621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4pPr>
            <a:lvl5pPr marL="1981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5pPr>
            <a:lvl6pPr marL="2438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6pPr>
            <a:lvl7pPr marL="2895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7pPr>
            <a:lvl8pPr marL="3352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8pPr>
            <a:lvl9pPr marL="3810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9pPr>
          </a:lstStyle>
          <a:p>
            <a:r>
              <a:rPr lang="en-US" dirty="0"/>
              <a:t>Here is animation: Fade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07E5FE5-A4EE-2A8D-B59B-20D75AA217E4}"/>
              </a:ext>
            </a:extLst>
          </p:cNvPr>
          <p:cNvSpPr txBox="1">
            <a:spLocks/>
          </p:cNvSpPr>
          <p:nvPr/>
        </p:nvSpPr>
        <p:spPr bwMode="auto">
          <a:xfrm>
            <a:off x="685800" y="3124201"/>
            <a:ext cx="79248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3pPr>
            <a:lvl4pPr marL="15621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4pPr>
            <a:lvl5pPr marL="1981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5pPr>
            <a:lvl6pPr marL="2438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6pPr>
            <a:lvl7pPr marL="2895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7pPr>
            <a:lvl8pPr marL="3352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8pPr>
            <a:lvl9pPr marL="3810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9pPr>
          </a:lstStyle>
          <a:p>
            <a:r>
              <a:rPr lang="en-US" dirty="0"/>
              <a:t>Here is animation: Fly In (click title)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BF4C7D3-6A1B-BF0D-F368-4251AEDCF4ED}"/>
              </a:ext>
            </a:extLst>
          </p:cNvPr>
          <p:cNvSpPr txBox="1">
            <a:spLocks/>
          </p:cNvSpPr>
          <p:nvPr/>
        </p:nvSpPr>
        <p:spPr bwMode="auto">
          <a:xfrm>
            <a:off x="640977" y="4038601"/>
            <a:ext cx="79248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3pPr>
            <a:lvl4pPr marL="15621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4pPr>
            <a:lvl5pPr marL="1981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5pPr>
            <a:lvl6pPr marL="2438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6pPr>
            <a:lvl7pPr marL="2895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7pPr>
            <a:lvl8pPr marL="3352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8pPr>
            <a:lvl9pPr marL="3810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9pPr>
          </a:lstStyle>
          <a:p>
            <a:r>
              <a:rPr lang="en-US" dirty="0"/>
              <a:t>Here is animation: Float In</a:t>
            </a:r>
          </a:p>
        </p:txBody>
      </p:sp>
    </p:spTree>
    <p:extLst>
      <p:ext uri="{BB962C8B-B14F-4D97-AF65-F5344CB8AC3E}">
        <p14:creationId xmlns:p14="http://schemas.microsoft.com/office/powerpoint/2010/main" val="40048646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6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5" grpId="0"/>
      <p:bldP spid="6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DATA" val="&lt;database version=&quot;7.0&quot;&gt;&lt;object type=&quot;1&quot; unique_id=&quot;10001&quot;&gt;&lt;object type=&quot;8&quot; unique_id=&quot;10002&quot;&gt;&lt;/object&gt;&lt;object type=&quot;2&quot; unique_id=&quot;10003&quot;&gt;&lt;object type=&quot;3&quot; unique_id=&quot;10004&quot;&gt;&lt;property id=&quot;20148&quot; value=&quot;5&quot;/&gt;&lt;property id=&quot;20300&quot; value=&quot;Slide 1 - &amp;quot;Sample PowerPoint File&amp;quot;&quot;/&gt;&lt;property id=&quot;20307&quot; value=&quot;256&quot;/&gt;&lt;/object&gt;&lt;object type=&quot;3&quot; unique_id=&quot;10005&quot;&gt;&lt;property id=&quot;20148&quot; value=&quot;5&quot;/&gt;&lt;property id=&quot;20300&quot; value=&quot;Slide 2 - &amp;quot;This is a Sample Slide&amp;quot;&quot;/&gt;&lt;property id=&quot;20307&quot; value=&quot;257&quot;/&gt;&lt;/object&gt;&lt;/object&gt;&lt;/object&gt;&lt;/database&gt;"/>
  <p:tag name="SECTOMILLISECCONVERTED" val="1"/>
</p:tagLst>
</file>

<file path=ppt/theme/theme1.xml><?xml version="1.0" encoding="utf-8"?>
<a:theme xmlns:a="http://schemas.openxmlformats.org/drawingml/2006/main" name="Central business district design template">
  <a:themeElements>
    <a:clrScheme name="Default Design 1">
      <a:dk1>
        <a:srgbClr val="000066"/>
      </a:dk1>
      <a:lt1>
        <a:srgbClr val="FFFFFF"/>
      </a:lt1>
      <a:dk2>
        <a:srgbClr val="003366"/>
      </a:dk2>
      <a:lt2>
        <a:srgbClr val="FFFFFF"/>
      </a:lt2>
      <a:accent1>
        <a:srgbClr val="8EB3C8"/>
      </a:accent1>
      <a:accent2>
        <a:srgbClr val="6F97B3"/>
      </a:accent2>
      <a:accent3>
        <a:srgbClr val="AAADB8"/>
      </a:accent3>
      <a:accent4>
        <a:srgbClr val="DADADA"/>
      </a:accent4>
      <a:accent5>
        <a:srgbClr val="C6D6E0"/>
      </a:accent5>
      <a:accent6>
        <a:srgbClr val="6488A2"/>
      </a:accent6>
      <a:hlink>
        <a:srgbClr val="556575"/>
      </a:hlink>
      <a:folHlink>
        <a:srgbClr val="3D556F"/>
      </a:folHlink>
    </a:clrScheme>
    <a:fontScheme name="Default Design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Default Design 1">
        <a:dk1>
          <a:srgbClr val="000066"/>
        </a:dk1>
        <a:lt1>
          <a:srgbClr val="FFFFFF"/>
        </a:lt1>
        <a:dk2>
          <a:srgbClr val="003366"/>
        </a:dk2>
        <a:lt2>
          <a:srgbClr val="FFFFFF"/>
        </a:lt2>
        <a:accent1>
          <a:srgbClr val="8EB3C8"/>
        </a:accent1>
        <a:accent2>
          <a:srgbClr val="6F97B3"/>
        </a:accent2>
        <a:accent3>
          <a:srgbClr val="AAADB8"/>
        </a:accent3>
        <a:accent4>
          <a:srgbClr val="DADADA"/>
        </a:accent4>
        <a:accent5>
          <a:srgbClr val="C6D6E0"/>
        </a:accent5>
        <a:accent6>
          <a:srgbClr val="6488A2"/>
        </a:accent6>
        <a:hlink>
          <a:srgbClr val="556575"/>
        </a:hlink>
        <a:folHlink>
          <a:srgbClr val="3D556F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Central business district design template</Template>
  <TotalTime>9</TotalTime>
  <Words>73</Words>
  <Application>Microsoft Office PowerPoint</Application>
  <PresentationFormat>On-screen Show (4:3)</PresentationFormat>
  <Paragraphs>10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Tahoma</vt:lpstr>
      <vt:lpstr>Times New Roman</vt:lpstr>
      <vt:lpstr>Wingdings</vt:lpstr>
      <vt:lpstr>Central business district design template</vt:lpstr>
      <vt:lpstr>Sample PowerPoint File</vt:lpstr>
      <vt:lpstr>This is a Sample Slide</vt:lpstr>
      <vt:lpstr>This is a Sample Slide with Animation</vt:lpstr>
    </vt:vector>
  </TitlesOfParts>
  <Company>SCTC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Sample PowerPoint File</dc:title>
  <dc:creator>James Falkofske</dc:creator>
  <cp:lastModifiedBy>Yiheng Yu</cp:lastModifiedBy>
  <cp:revision>3</cp:revision>
  <dcterms:created xsi:type="dcterms:W3CDTF">2009-05-06T22:06:09Z</dcterms:created>
  <dcterms:modified xsi:type="dcterms:W3CDTF">2026-04-10T15:06:26Z</dcterms:modified>
</cp:coreProperties>
</file>